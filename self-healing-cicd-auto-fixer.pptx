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1188720"/>
            <a:ext cx="3931920" cy="4480560"/>
          </a:xfrm>
          <a:prstGeom prst="roundRect">
            <a:avLst>
              <a:gd name="adj" fmla="val 2326"/>
            </a:avLst>
          </a:prstGeom>
          <a:solidFill>
            <a:srgbClr val="0F172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417320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8092440" y="141732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141732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828800"/>
            <a:ext cx="3520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C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CI run #212 </a:t>
            </a:r>
            <a:endParaRPr lang="en-US" sz="1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pytest failed — exit 1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C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auto-fixer.py --input failure.log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[EVIDENCE] error signal: 14 lines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[INVESTIGATE-T1] confirmed 0.9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[PATCH] 1 issue → validated ✓</a:t>
            </a:r>
            <a:endParaRPr lang="en-US" sz="1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[TEST] pytest ✓  docker build ✓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[PR] fix/1720847... opened 🤖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CI/CD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Auto-Fixer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build breaks, it reads the log, finds the cause, writes the fix,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it with tests, and opens the pull request — on its own.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8920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892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orchestrator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14600" y="48920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4892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LLM (Ollama)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48920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4892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Self-Hosted Runner Edition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It Solves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 CI pipeline stops the whole team — and the fix is usually a one-line typo buried in thousands of log lines.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BEAEA"/>
          </a:solidFill>
          <a:ln w="12700">
            <a:solidFill>
              <a:srgbClr val="F3C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682496"/>
            <a:ext cx="5084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BEFORE — manual firefighting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fails at 2 AM → nobody notices until morning</a:t>
            </a:r>
            <a:endParaRPr lang="en-US" sz="135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reads thousands of messy log lines by hand</a:t>
            </a:r>
            <a:endParaRPr lang="en-US" sz="135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is often trivial: a typo'd filename, a bad python-version, a wrong CMD path</a:t>
            </a:r>
            <a:endParaRPr lang="en-US" sz="135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other work to fix it wastes 30–60 minutes each time</a:t>
            </a:r>
            <a:endParaRPr lang="en-US" sz="135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classes of failure repeat again and again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E6F7F1"/>
          </a:solidFill>
          <a:ln w="12700">
            <a:solidFill>
              <a:srgbClr val="BFE8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808" y="1682496"/>
            <a:ext cx="5084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AFTER — the pipeline heals itself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14884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triggers the auto-fixer within seconds</a:t>
            </a:r>
            <a:endParaRPr lang="en-US" sz="135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cuts the huge log down to the few lines that matter</a:t>
            </a:r>
            <a:endParaRPr lang="en-US" sz="135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AI model (runs on our own machine) finds the cause and writes the fix</a:t>
            </a:r>
            <a:endParaRPr lang="en-US" sz="135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checked, tested, and Docker-built before anything is committed</a:t>
            </a:r>
            <a:endParaRPr lang="en-US" sz="135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ready-to-review PR appears — or a GitHub Issue if it isn't sure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human's job changes from digging through logs  →  reviewing a ready-made PR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Layers: Python Checks Facts, AI Makes Decisions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 split of jobs — plain code never guesses the cause, and the AI is never given a fact that wasn't checked first.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E0F2F7"/>
          </a:solidFill>
          <a:ln w="12700">
            <a:solidFill>
              <a:srgbClr val="BFDD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682496"/>
            <a:ext cx="5084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🐍  PYTHON LAYER — plain, predictable code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299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facts · Filters noise · Checks fixes · Runs the steps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real error lines out of the raw log (simple pattern matching)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facts: does this file exist? is this Python version real?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exact broken line in the file and passes it word-for-word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AI fix: code still valid? no secrets? no dangerous commands?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tests + Docker build; undoes bad fixes; commits and opens the PR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F0EAFB"/>
          </a:solidFill>
          <a:ln w="12700">
            <a:solidFill>
              <a:srgbClr val="D9C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808" y="1682496"/>
            <a:ext cx="5084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AI LAYER — the thinking part (local model)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20299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cause · Writes the fix · Decides retry or stop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37960" y="237744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Investigator: finds EVERY separate cause, over several rounds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ask for more files when what it has isn't enough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Fixer: writes the exact change as "this line → that line"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Reviewer: after a failed fix, decides — try again or stop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how sure it is (0–1) — below 0.5, no fix is even attempted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rule:  </a:t>
            </a:r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never writes a fix. The AI never receives an unchecked fact.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Workflow Trigger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CI pipeline builds and tests every push — the auto-fixer only wakes up when that pipeline fails.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91640"/>
            <a:ext cx="17373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· develop · qa/**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40280" y="2020824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97480" y="1691640"/>
            <a:ext cx="1965960" cy="658368"/>
          </a:xfrm>
          <a:prstGeom prst="roundRect">
            <a:avLst>
              <a:gd name="adj" fmla="val 9722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1691640"/>
            <a:ext cx="19659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CI/CD Deploy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test → smoke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2020824"/>
            <a:ext cx="4572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590288" y="13990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1691640"/>
            <a:ext cx="1600200" cy="658368"/>
          </a:xfrm>
          <a:prstGeom prst="roundRect">
            <a:avLst>
              <a:gd name="adj" fmla="val 97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691640"/>
            <a:ext cx="16002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workflow_run: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✗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20840" y="2020824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78040" y="1691640"/>
            <a:ext cx="2057400" cy="658368"/>
          </a:xfrm>
          <a:prstGeom prst="roundRect">
            <a:avLst>
              <a:gd name="adj" fmla="val 9722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691640"/>
            <a:ext cx="20574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failure.log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exit code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235440" y="2020824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92640" y="1691640"/>
            <a:ext cx="1965960" cy="658368"/>
          </a:xfrm>
          <a:prstGeom prst="roundRect">
            <a:avLst>
              <a:gd name="adj" fmla="val 97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0" y="1691640"/>
            <a:ext cx="19659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auto-fixer.py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--input failure.log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78892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2916936"/>
            <a:ext cx="5084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 workflow itself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329184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test runs on EVERY push and PR — problems are caught before merge</a:t>
            </a:r>
            <a:endParaRPr lang="en-US" sz="12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start-up test runs the built image on a spare port — it catches apps that build fine but crash on start</a:t>
            </a:r>
            <a:endParaRPr lang="en-US" sz="12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is gated: only push to main binds :5000 on the one shared machine (8 cores / 16 GB RAM)</a:t>
            </a:r>
            <a:endParaRPr lang="en-US" sz="12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push again, the older run of the same branch is cancelled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278892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4808" y="2916936"/>
            <a:ext cx="5084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guards before any model call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329184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last commit made by the bot? → stop (don't blindly fix your own fix)</a:t>
            </a:r>
            <a:endParaRPr lang="en-US" sz="12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bot attempts on one branch with no success → open a GitHub Issue instead</a:t>
            </a:r>
            <a:endParaRPr lang="en-US" sz="12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bot fix PR is already open → skip, don't create a duplicate</a:t>
            </a:r>
            <a:endParaRPr lang="en-US" sz="12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bot fix branch itself fails, new fixes go onto the SAME PR until CI is green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fixer hides its own setup files from the AI — the AI only ever sees the app being fixed, never the tool itself.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 — the color shows who does each stage: blue = Python code, purple = AI model.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006840" y="457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5" name="Text 3"/>
          <p:cNvSpPr/>
          <p:nvPr/>
        </p:nvSpPr>
        <p:spPr>
          <a:xfrm>
            <a:off x="9006840" y="457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layer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515600" y="4572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0" y="4572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1600200" cy="658368"/>
          </a:xfrm>
          <a:prstGeom prst="roundRect">
            <a:avLst>
              <a:gd name="adj" fmla="val 9722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63040"/>
            <a:ext cx="16002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failure log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(raw, noisy)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03120" y="1792224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68880" y="1463040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463040"/>
            <a:ext cx="20116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log,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error lines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1792224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46320" y="1463040"/>
            <a:ext cx="2103120" cy="658368"/>
          </a:xfrm>
          <a:prstGeom prst="roundRect">
            <a:avLst>
              <a:gd name="adj" fmla="val 9722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463040"/>
            <a:ext cx="21031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checked facts: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lines, versions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792224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15200" y="1463040"/>
            <a:ext cx="2057400" cy="658368"/>
          </a:xfrm>
          <a:prstGeom prst="roundRect">
            <a:avLst>
              <a:gd name="adj" fmla="val 9722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1463040"/>
            <a:ext cx="20574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error summary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attach related files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72600" y="1792224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38360" y="1463040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38360" y="1463040"/>
            <a:ext cx="192024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INVESTIGATES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(finds the cause)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927080" y="2121408"/>
            <a:ext cx="0" cy="713232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0104120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found, sure ≥0.5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44368" y="2560320"/>
            <a:ext cx="7022592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944368" y="2560320"/>
            <a:ext cx="0" cy="27432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966960" y="2560320"/>
            <a:ext cx="0" cy="27432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297680" y="2286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again → new fix attempt (max 4)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738360" y="2834640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38360" y="2834640"/>
            <a:ext cx="192024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THE FIX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line → fixed line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738360" y="3163824"/>
            <a:ext cx="-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315200" y="2834640"/>
            <a:ext cx="2057400" cy="658368"/>
          </a:xfrm>
          <a:prstGeom prst="roundRect">
            <a:avLst>
              <a:gd name="adj" fmla="val 9722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2834640"/>
            <a:ext cx="20574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SAFETY CHECKS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code·secrets·file refs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0" y="3163824"/>
            <a:ext cx="-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846320" y="2834640"/>
            <a:ext cx="2103120" cy="658368"/>
          </a:xfrm>
          <a:prstGeom prst="roundRect">
            <a:avLst>
              <a:gd name="adj" fmla="val 9722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834640"/>
            <a:ext cx="21031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fix, then run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+ Docker build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3163824"/>
            <a:ext cx="-86868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4041648" y="2578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✗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920240" y="2834640"/>
            <a:ext cx="2057400" cy="658368"/>
          </a:xfrm>
          <a:prstGeom prst="roundRect">
            <a:avLst>
              <a:gd name="adj" fmla="val 97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20240" y="2834640"/>
            <a:ext cx="20574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the fix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decides: retry/stop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97880" y="3493008"/>
            <a:ext cx="0" cy="384048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6035040" y="3547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✓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46320" y="3877056"/>
            <a:ext cx="2103120" cy="658368"/>
          </a:xfrm>
          <a:prstGeom prst="roundRect">
            <a:avLst>
              <a:gd name="adj" fmla="val 9722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877056"/>
            <a:ext cx="21031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fix/*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46320" y="4206240"/>
            <a:ext cx="-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2468880" y="3877056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68880" y="3877056"/>
            <a:ext cx="20116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 🤖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PR comment)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468880" y="4206240"/>
            <a:ext cx="-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02920" y="3877056"/>
            <a:ext cx="1600200" cy="658368"/>
          </a:xfrm>
          <a:prstGeom prst="roundRect">
            <a:avLst>
              <a:gd name="adj" fmla="val 9722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3877056"/>
            <a:ext cx="16002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merges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02920" y="5038344"/>
            <a:ext cx="11155680" cy="1051560"/>
          </a:xfrm>
          <a:prstGeom prst="roundRect">
            <a:avLst>
              <a:gd name="adj" fmla="val 7826"/>
            </a:avLst>
          </a:prstGeom>
          <a:solidFill>
            <a:srgbClr val="FBEAEA"/>
          </a:solidFill>
          <a:ln w="12700">
            <a:solidFill>
              <a:srgbClr val="F3C4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" y="5148072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WHEN IT GIVES UP — every dead end lands here, never a silent failure: 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 enough (&lt;0.5) · unreadable log · no Python version defined anywhere · every fix rejected · tests still red after 4 tries · out of time  →  </a:t>
            </a:r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opens a GitHub Issue for a human (needs-manual-fix)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Shrinking the Big Log into a Small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10,000-line CI log becomes ~20 useful lines before the AI ever sees it. Done by plain code — no guessing involved.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55064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55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60020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it up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Passwords/keys are blanked out, timestamps removed, unreadable junk characters stripped. If the main error itself is unreadable, the tool stops instead of guessing.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34056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679192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signal, drop noise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with real error words (like 'ModuleNotFoundError') are kept. Warnings, download chatter, and log decoration are dropped — even when they sit right next to the real error.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13048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758184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error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many error-looking lines, one is chosen as the main one. A vague 'exit code 1' never wins over a specific message like 'No such file'.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837176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what ran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a few lines ABOVE the error for the command that caused it (pytest, docker, pip...) — not just whatever random line happened to be there.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1600200"/>
            <a:ext cx="4663440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7205472" y="1709928"/>
            <a:ext cx="4334256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ISSUE TO SOLVE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code: 1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Failing step: Run unit tests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Command(s) that triggered the error: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pytest sample_app/test_app.py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error: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ModuleNotFoundError: No module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named 'requets'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Traceback: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 "sample_app/app.py", line 2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import requets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references seen in the log: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sample_app/app.py:2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40880" y="58704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finished error summary — this is the starting point of every question sent to the AI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What Gets Added to the Question for the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AI sees anything, Python adds checked facts, all taken from the error itself. It works the same for ANY error type — nothing is hardcoded.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2331720" cy="621792"/>
          </a:xfrm>
          <a:prstGeom prst="roundRect">
            <a:avLst>
              <a:gd name="adj" fmla="val 11765"/>
            </a:avLst>
          </a:prstGeom>
          <a:solidFill>
            <a:srgbClr val="0E749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27632"/>
            <a:ext cx="233172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from the error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63240" y="164592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error mentions ('3.1', 'requiremesnts.txt') are picked out automatically. These words decide which files to open and which lines to show.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414016"/>
            <a:ext cx="2331720" cy="621792"/>
          </a:xfrm>
          <a:prstGeom prst="roundRect">
            <a:avLst>
              <a:gd name="adj" fmla="val 11765"/>
            </a:avLst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414016"/>
            <a:ext cx="233172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file exist?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63240" y="2432304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the error mentions is checked against the repo. If it's missing, the closest real file is named: "'requiremesnts.txt' does not exist; closest is 'requirements.txt'".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2331720" cy="621792"/>
          </a:xfrm>
          <a:prstGeom prst="roundRect">
            <a:avLst>
              <a:gd name="adj" fmla="val 11765"/>
            </a:avLst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200400"/>
            <a:ext cx="233172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broken 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3218688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name points to nothing real, the exact file line holding it is quoted word-for-word — so the AI fixes the truly broken line, not a similar correct one nearby.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2331720" cy="621792"/>
          </a:xfrm>
          <a:prstGeom prst="roundRect">
            <a:avLst>
              <a:gd name="adj" fmla="val 11765"/>
            </a:avLst>
          </a:prstGeom>
          <a:solidFill>
            <a:srgbClr val="0E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86784"/>
            <a:ext cx="233172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kind of failure?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400507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log's shape tells the failure type (Docker build, Python error, workflow config…) and the matching files are attached up front: Dockerfile, requirements.txt, workflow file.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773168"/>
            <a:ext cx="2331720" cy="621792"/>
          </a:xfrm>
          <a:prstGeom prst="roundRect">
            <a:avLst>
              <a:gd name="adj" fmla="val 11765"/>
            </a:avLst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773168"/>
            <a:ext cx="233172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versions agree?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4791456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place a Python version is written (.python-version, workflow, Dockerfile) is compared. If they disagree, the mismatch is reported and the correct source is named.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5559552"/>
            <a:ext cx="2331720" cy="621792"/>
          </a:xfrm>
          <a:prstGeom prst="roundRect">
            <a:avLst>
              <a:gd name="adj" fmla="val 11765"/>
            </a:avLst>
          </a:prstGeom>
          <a:solidFill>
            <a:srgbClr val="0E7490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5559552"/>
            <a:ext cx="233172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crashes on start?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63240" y="557784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Docker image builds fine but dies at start-up, the exact start-command line in the Dockerfile is found and quoted — a different problem than a build error, handled separately.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400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only states what IS — it never says what to change. Deciding the cause and the fix stays 100% with the AI.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Sending It to the AI Without Wasting a Byte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has no graphics card (8 CPU cores, 16 GB RAM), so every extra word in the prompt costs real seconds. Everything below exists to keep prompts small.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E0F2F7"/>
          </a:solidFill>
          <a:ln w="12700">
            <a:solidFill>
              <a:srgbClr val="BFDD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728216"/>
            <a:ext cx="5084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snippets, not whole files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lines related to the error (plus 4 lines around each) are sent</a:t>
            </a:r>
            <a:endParaRPr lang="en-US" sz="115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parts are marked '&lt;&lt;&lt;SKIPPED N UNRELATED LINES&gt;&gt;&gt;'</a:t>
            </a:r>
            <a:endParaRPr lang="en-US" sz="115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lines are exact copies from the file — never paraphrased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E0F2F7"/>
          </a:solidFill>
          <a:ln w="12700">
            <a:solidFill>
              <a:srgbClr val="BF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808" y="1728216"/>
            <a:ext cx="5084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size and time limits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10312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question ≤ 16k characters; attached file text ≤ 12k</a:t>
            </a:r>
            <a:endParaRPr lang="en-US" sz="115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too big, file text is cut — the instructions never are</a:t>
            </a:r>
            <a:endParaRPr lang="en-US" sz="115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 gets 15 minutes total; a step is never started if the time left can't cover 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0EAFB"/>
          </a:solidFill>
          <a:ln w="12700">
            <a:solidFill>
              <a:srgbClr val="D9C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4059936"/>
            <a:ext cx="5084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must answer in a fixed format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4348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forced to answer in a fixed JSON form — no rambling</a:t>
            </a:r>
            <a:endParaRPr lang="en-US" sz="115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important fields (decision + how sure) come FIRST, explanation last</a:t>
            </a:r>
            <a:endParaRPr lang="en-US" sz="115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even if the answer gets cut off by the clock, the decision part survives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93192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0EAFB"/>
          </a:solidFill>
          <a:ln w="12700">
            <a:solidFill>
              <a:srgbClr val="D9CC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4059936"/>
            <a:ext cx="5084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never hang forever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44348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stop-clock cuts the model off mid-answer if it runs too long</a:t>
            </a:r>
            <a:endParaRPr lang="en-US" sz="115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cut-off answer is repaired automatically (brackets closed, last bits dropped)</a:t>
            </a:r>
            <a:endParaRPr lang="en-US" sz="115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pre-loaded into memory before the first real question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309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a small local model gets a short, fact-checked question — and finishes in time on a machine with no graphics card.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AI Investigates (up to 3 rounds)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back-and-forth: the AI reads what it was given, may ask for one more file, and must end with EVERY separate cause found.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286000" cy="777240"/>
          </a:xfrm>
          <a:prstGeom prst="roundRect">
            <a:avLst>
              <a:gd name="adj" fmla="val 8235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737360"/>
            <a:ext cx="228600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error summary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files + repo file list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88920" y="2125980"/>
            <a:ext cx="4114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00400" y="1737360"/>
            <a:ext cx="2103120" cy="777240"/>
          </a:xfrm>
          <a:prstGeom prst="roundRect">
            <a:avLst>
              <a:gd name="adj" fmla="val 823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737360"/>
            <a:ext cx="2103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(fixed JSON format)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03520" y="2125980"/>
            <a:ext cx="4114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715000" y="1737360"/>
            <a:ext cx="2331720" cy="777240"/>
          </a:xfrm>
          <a:prstGeom prst="roundRect">
            <a:avLst>
              <a:gd name="adj" fmla="val 823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another file?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Python reads it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0" y="251460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2834640"/>
            <a:ext cx="5212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645920" y="2834640"/>
            <a:ext cx="0" cy="-3017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108960" y="2880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round, now with the new file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46720" y="2125980"/>
            <a:ext cx="41148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458200" y="1737360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1737360"/>
            <a:ext cx="21945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confirmed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list of issues + sureness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555480" y="2514600"/>
            <a:ext cx="0" cy="36576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458200" y="2880360"/>
            <a:ext cx="2194560" cy="548640"/>
          </a:xfrm>
          <a:prstGeom prst="roundRect">
            <a:avLst>
              <a:gd name="adj" fmla="val 11667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sure enough? (≥ 0.5)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520440"/>
            <a:ext cx="11247120" cy="2651760"/>
          </a:xfrm>
          <a:prstGeom prst="roundRect">
            <a:avLst>
              <a:gd name="adj" fmla="val 3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3648456"/>
            <a:ext cx="10844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avoids getting stuck — each rule comes from a real failure we hit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02336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asks for a file that doesn't exist → the closest real file is given instead, and the AI is told why</a:t>
            </a:r>
            <a:endParaRPr lang="en-US" sz="12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ends are remembered — "that file doesn't exist, do NOT ask again"</a:t>
            </a:r>
            <a:endParaRPr lang="en-US" sz="12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stalls twice, or already has a cause but keeps hesitating → it's forced to decide NOW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402336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best complete answer is saved — if the last round gets cut off by the clock, the saved one is used</a:t>
            </a:r>
            <a:endParaRPr lang="en-US" sz="12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 cause without reading a single file → its sureness is capped low, so no fix happens</a:t>
            </a:r>
            <a:endParaRPr lang="en-US" sz="12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AI admits "I may have missed something" → sureness is capped and a human is called 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Writes the Fix → Python Tries to Reject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is written as: the exact broken line, and that same line corrected. Python then runs it through a wall of checks.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709928"/>
            <a:ext cx="47914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"issues": [ {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"file": ".github/workflows/ci.yml",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"evidence":  "python-version: \"3.1\"",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"corrected": "python-version: \"3.12\"",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"problem": "3.1 is not a real release"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] 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33192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per bug — the 'evidence' line must be an exact copy from the real file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0" y="16459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line and 'fixed' line are identical → rejected (a fix that changes nothing)</a:t>
            </a:r>
            <a:endParaRPr lang="en-US" sz="120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quoted line doesn't exist in any file → rejected, and the closest real line is shown to the AI</a:t>
            </a:r>
            <a:endParaRPr lang="en-US" sz="120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targets a comment line → rejected (a comment can't break a build)</a:t>
            </a:r>
            <a:endParaRPr lang="en-US" sz="120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models sometimes mangle file paths with extra slashes — those are cleaned up automatically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794760"/>
            <a:ext cx="11247120" cy="233172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3922776"/>
            <a:ext cx="10844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anything is committed, every fix must pass all of this: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31596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Code still valid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YAML, and JSON files must still parse after the edit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34840" y="431596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Workflow safety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config: structure unchanged, max 3 values changed, permissions/secrets untouched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92440" y="431596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Security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passwords/keys added, no dangerous commands (rm -rf, curl|sh...)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518464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File references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must not break new file links — and must repair the one the error named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34840" y="518464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Reality check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version in the fix must be one that actually exists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92440" y="518464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Proof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+ Docker build must pass — otherwise the fix is undone and retried (max 4 tries)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309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rejection reason is kept and shown to the AI on the next try — it can't repeat a mistake it was already told about.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Rules: When It Refuses to Guess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auto-fixer that guesses is worse than none at all. Whenever it isn't sure, it opens a labeled GitHub Issue instead of committing a bad fix.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468880" cy="621792"/>
          </a:xfrm>
          <a:prstGeom prst="roundRect">
            <a:avLst>
              <a:gd name="adj" fmla="val 11765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45920"/>
            <a:ext cx="24688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Unreadable log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664208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error line is corrupted/unreadable → it refuses to guess from a broken signal and asks a human.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2468880" cy="621792"/>
          </a:xfrm>
          <a:prstGeom prst="roundRect">
            <a:avLst>
              <a:gd name="adj" fmla="val 11765"/>
            </a:avLst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423160"/>
            <a:ext cx="24688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version defined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2441448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is about a Python version, but the project defines NO version anywhere → it won't invent one; a human must choose.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2468880" cy="621792"/>
          </a:xfrm>
          <a:prstGeom prst="roundRect">
            <a:avLst>
              <a:gd name="adj" fmla="val 11765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200400"/>
            <a:ext cx="24688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version file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218688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 config points at a version file that doesn't exist → the fix would be CREATING a new file, which this tool deliberately never does.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977640"/>
            <a:ext cx="2468880" cy="621792"/>
          </a:xfrm>
          <a:prstGeom prst="roundRect">
            <a:avLst>
              <a:gd name="adj" fmla="val 11765"/>
            </a:avLst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77640"/>
            <a:ext cx="24688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sure enough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3995928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rates its own sureness below 0.5 → no fix is even attempted.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754880"/>
            <a:ext cx="2468880" cy="621792"/>
          </a:xfrm>
          <a:prstGeom prst="roundRect">
            <a:avLst>
              <a:gd name="adj" fmla="val 11765"/>
            </a:avLst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754880"/>
            <a:ext cx="24688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in circles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4773168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produces the exact same rejected fix twice → no progress is possible, so it stops.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5532120"/>
            <a:ext cx="2468880" cy="621792"/>
          </a:xfrm>
          <a:prstGeom prst="roundRect">
            <a:avLst>
              <a:gd name="adj" fmla="val 11765"/>
            </a:avLst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5532120"/>
            <a:ext cx="24688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 limits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5550408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time cap · max 4 files touched · max 40 new lines per fix · sensitive files (.env, keys, CODEOWNERS) can never be edited.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400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failed fix is always undone. The worst possible outcome is a well-written Issue — never a broken develop branch.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 After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failure, two very different mornings.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0B1D2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54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606040" y="1554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B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manual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78040" y="1554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self-healing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1124712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488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97480" y="214884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notices the red ✗ hours later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269480" y="214884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automatically on workflow failure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28072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97480" y="280720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logs by hand, guessing, asking around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269480" y="280720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shrunk to key lines + AI finds the cause in minutes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465576"/>
            <a:ext cx="1124712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6557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97480" y="3465576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drops their work to make a one-line change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269480" y="3465576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the exact line change, checked layer by layer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412394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97480" y="412394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"Works on my machine" → push and hope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269480" y="4123944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+ Docker build must pass before any commit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782312"/>
            <a:ext cx="1124712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78231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697480" y="478231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hotfix pushed straight to the branch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269480" y="4782312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fix branch + a PR showing the whole investigation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5440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unsure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697480" y="544068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tired human guesses anyway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269480" y="544068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refuses, undoes changes, and opens an Issue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time goes into reviewing a PR — not into re-living the failure.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build on purpose — watch it heal.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10896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0283D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33756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977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a broken change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3891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typo'd filename, a bad python-version, or a wrong CMD path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310896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0283D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333756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977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fails → auto-fixer triggers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43891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work: log lines, rounds, how sure it 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310896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0283D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333756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66760" y="3977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appears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43891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cause, the issues found, the files it read, and the exact change — ready for review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checks facts.  AI decides.  Tests prove.  Humans approve.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Costs Today: Almost Nothing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machine: our own PC — 8 CPU cores, 16 GB RAM, no graphics card. Every part of the stack is free software.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86400" cy="2834640"/>
          </a:xfrm>
          <a:prstGeom prst="roundRect">
            <a:avLst>
              <a:gd name="adj" fmla="val 2903"/>
            </a:avLst>
          </a:prstGeom>
          <a:solidFill>
            <a:srgbClr val="E6F7F1"/>
          </a:solidFill>
          <a:ln w="12700">
            <a:solidFill>
              <a:srgbClr val="BFE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728216"/>
            <a:ext cx="5084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bill right now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(qwen2.5-coder 7B via Ollama): free, runs locally</a:t>
            </a:r>
            <a:endParaRPr lang="en-US" sz="1300" dirty="0"/>
          </a:p>
          <a:p>
            <a:pPr algn="l" marL="127000" indent="-1270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on a self-hosted runner: free minutes</a:t>
            </a:r>
            <a:endParaRPr lang="en-US" sz="1300" dirty="0"/>
          </a:p>
          <a:p>
            <a:pPr algn="l" marL="127000" indent="-1270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keys, no per-request charges, no data leaves the machine</a:t>
            </a:r>
            <a:endParaRPr lang="en-US" sz="1300" dirty="0"/>
          </a:p>
          <a:p>
            <a:pPr algn="l" marL="127000" indent="-1270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real cost: electricity for one PC — roughly $5–10 / month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486400" cy="2834640"/>
          </a:xfrm>
          <a:prstGeom prst="roundRect">
            <a:avLst>
              <a:gd name="adj" fmla="val 2903"/>
            </a:avLst>
          </a:prstGeom>
          <a:solidFill>
            <a:srgbClr val="FFF7ED"/>
          </a:solidFill>
          <a:ln w="12700">
            <a:solidFill>
              <a:srgbClr val="F5D9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808" y="1728216"/>
            <a:ext cx="5084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price we pay instead: time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121408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graphics card, the AI thinks on the CPU</a:t>
            </a:r>
            <a:endParaRPr lang="en-US" sz="1300" dirty="0"/>
          </a:p>
          <a:p>
            <a:pPr algn="l" marL="127000" indent="-1270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investigation round takes ~3 minutes on this machine</a:t>
            </a:r>
            <a:endParaRPr lang="en-US" sz="1300" dirty="0"/>
          </a:p>
          <a:p>
            <a:pPr algn="l" marL="127000" indent="-1270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run (investigate + fix + tests) uses most of the 15-min cap</a:t>
            </a:r>
            <a:endParaRPr lang="en-US" sz="1300" dirty="0"/>
          </a:p>
          <a:p>
            <a:pPr algn="l" marL="127000" indent="-1270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why the whole design squeezes prompts so hard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4709160"/>
            <a:ext cx="11247120" cy="1417320"/>
          </a:xfrm>
          <a:prstGeom prst="roundRect">
            <a:avLst>
              <a:gd name="adj" fmla="val 58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4837176"/>
            <a:ext cx="10844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ways to run smoother on the SAME machine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2120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model loaded between runs (already done — keep_alive 10 min)  ·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compressed "quantized" 7B model (q4) — fits in 16 GB with room to spare  ·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run other heavy jobs while the fixer is thinking  ·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at 7B — a 14B model would swap to disk on 16 GB and get slower, not smarter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It Fast: Upgrade Options &amp; Prices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speed-up is a graphics card — AI answers drop from ~3 minutes to a few seconds. Prices as of July 2026.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247120" cy="457200"/>
          </a:xfrm>
          <a:prstGeom prst="roundRect">
            <a:avLst>
              <a:gd name="adj" fmla="val 12000"/>
            </a:avLst>
          </a:prstGeom>
          <a:solidFill>
            <a:srgbClr val="0B1D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600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20840" y="16002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answer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3816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057400"/>
            <a:ext cx="11247120" cy="859536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57400"/>
            <a:ext cx="2103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as-is (today)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057400"/>
            <a:ext cx="3611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PC, 8 cores / 16 GB, CPU only — works, just slow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20840" y="2057400"/>
            <a:ext cx="1234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 / round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38160" y="2057400"/>
            <a:ext cx="1737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~$5–10 / mo electricity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0" y="2057400"/>
            <a:ext cx="1645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916936"/>
            <a:ext cx="2103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a graphics card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2916936"/>
            <a:ext cx="3611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3060 12GB in the same PC — 7B model fits fully in its memory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2916936"/>
            <a:ext cx="1234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38160" y="2916936"/>
            <a:ext cx="1737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$330–340 new · ~$200–250 used (one-time)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8400" y="2916936"/>
            <a:ext cx="1645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newegg.com · ebay.com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776472"/>
            <a:ext cx="11247120" cy="859536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76472"/>
            <a:ext cx="2103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a GPU by the hour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0" y="3776472"/>
            <a:ext cx="3611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4090 in the cloud (Vast.ai / RunPod), pay only while it runs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0840" y="3776472"/>
            <a:ext cx="1234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38160" y="3776472"/>
            <a:ext cx="1737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~$0.29–0.34 / hr → ~$60/mo for 8h workdays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058400" y="3776472"/>
            <a:ext cx="1645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vast.ai/pricing · runpod.io/pricing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636008"/>
            <a:ext cx="2103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a GPU server 24/7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26080" y="4636008"/>
            <a:ext cx="3611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Hetzner GEX44: RTX 4000 Ada 20GB, 64 GB RAM — runner + model in one box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4636008"/>
            <a:ext cx="1234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38160" y="4636008"/>
            <a:ext cx="1737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€184 / mo + €79 one-time setup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058400" y="4636008"/>
            <a:ext cx="1645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hetzner.com (GEX44)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5724144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recommendation: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one-time RTX 3060 12GB (~$330) in the existing PC. Cheapest path to "seconds instead of minutes", pays for itself vs. renting in ~2 months, and nothing else in the setup has to change.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02920" y="6400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stays free either way: Ollama (ollama.com) · qwen2.5-coder model · GitHub Actions self-hosted runner.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2026-07-13T13:08:13Z</dcterms:created>
  <dcterms:modified xsi:type="dcterms:W3CDTF">2026-07-13T13:08:13Z</dcterms:modified>
</cp:coreProperties>
</file>